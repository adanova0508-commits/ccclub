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4" r:id="rId4"/>
    <p:sldId id="265" r:id="rId5"/>
    <p:sldId id="257" r:id="rId6"/>
    <p:sldId id="258" r:id="rId7"/>
    <p:sldId id="259" r:id="rId8"/>
    <p:sldId id="260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56"/>
  </p:normalViewPr>
  <p:slideViewPr>
    <p:cSldViewPr snapToGrid="0" snapToObjects="1" showGuides="1">
      <p:cViewPr varScale="1">
        <p:scale>
          <a:sx n="87" d="100"/>
          <a:sy n="87" d="100"/>
        </p:scale>
        <p:origin x="12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12" y="1459511"/>
            <a:ext cx="7398413" cy="2114895"/>
          </a:xfrm>
          <a:ln>
            <a:noFill/>
          </a:ln>
        </p:spPr>
        <p:txBody>
          <a:bodyPr>
            <a:normAutofit/>
          </a:bodyPr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lang="ru-RU" sz="9600" b="1" dirty="0">
                <a:solidFill>
                  <a:schemeClr val="accent6">
                    <a:lumMod val="50000"/>
                  </a:schemeClr>
                </a:solidFill>
                <a:effectLst>
                  <a:glow rad="228600">
                    <a:schemeClr val="accent6">
                      <a:lumMod val="75000"/>
                      <a:alpha val="40000"/>
                    </a:schemeClr>
                  </a:glow>
                </a:effectLst>
              </a:rPr>
              <a:t>ССС</a:t>
            </a:r>
            <a:r>
              <a:rPr lang="en-US" sz="9600" b="1" dirty="0">
                <a:solidFill>
                  <a:schemeClr val="accent6">
                    <a:lumMod val="50000"/>
                  </a:schemeClr>
                </a:solidFill>
                <a:effectLst>
                  <a:glow rad="228600">
                    <a:schemeClr val="accent6">
                      <a:lumMod val="75000"/>
                      <a:alpha val="40000"/>
                    </a:schemeClr>
                  </a:glow>
                </a:effectLst>
              </a:rPr>
              <a:t>Club</a:t>
            </a:r>
            <a:endParaRPr lang="en-GB" sz="9600" b="1" dirty="0">
              <a:solidFill>
                <a:schemeClr val="accent6">
                  <a:lumMod val="50000"/>
                </a:schemeClr>
              </a:solidFill>
              <a:effectLst>
                <a:glow rad="228600">
                  <a:schemeClr val="accent6">
                    <a:lumMod val="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840" y="3574406"/>
            <a:ext cx="6451371" cy="1691639"/>
          </a:xfrm>
          <a:ln>
            <a:noFill/>
          </a:ln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Мобильное приложение для предоставление компьютерных услуг/еды/напитков .</a:t>
            </a:r>
            <a:endParaRPr lang="ru-RU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859" y="5883258"/>
            <a:ext cx="471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Выполнила: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Мамырбаева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Айгерим 408ИС-22</a:t>
            </a:r>
            <a:endParaRPr lang="ru-RU" sz="18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Руководитель: Кусков Ф.В.</a:t>
            </a:r>
            <a:endParaRPr lang="ru-RU" sz="18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ru-RU" dirty="0"/>
          </a:p>
        </p:txBody>
      </p:sp>
      <p:pic>
        <p:nvPicPr>
          <p:cNvPr id="5" name="Рисунок 4" descr="Изображение выглядит как Шрифт, снимок экрана, текст, Прямоугольник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97" y="1424354"/>
            <a:ext cx="2065857" cy="20046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5355" y="441960"/>
            <a:ext cx="8229600" cy="762158"/>
          </a:xfrm>
          <a:effectLst>
            <a:glow rad="127000">
              <a:schemeClr val="accent6">
                <a:lumMod val="75000"/>
              </a:schemeClr>
            </a:glow>
          </a:effectLst>
        </p:spPr>
        <p:txBody>
          <a:bodyPr>
            <a:normAutofit fontScale="90000"/>
          </a:bodyPr>
          <a:lstStyle/>
          <a:p>
            <a:r>
              <a:rPr lang="ru-RU" sz="44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</a:rPr>
              <a:t>План проекта</a:t>
            </a:r>
            <a:br>
              <a:rPr lang="ru-RU" sz="4400" b="0" i="0" u="none" strike="noStrike" dirty="0">
                <a:solidFill>
                  <a:schemeClr val="accent4"/>
                </a:solidFill>
                <a:effectLst/>
              </a:rPr>
            </a:b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9045" y="1050333"/>
            <a:ext cx="8229600" cy="6149182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Анализ предметной области и постановка задачи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Исследование рынка </a:t>
            </a:r>
            <a:r>
              <a:rPr lang="ru-RU" sz="2000" b="0" i="0" u="none" strike="noStrike" dirty="0" err="1">
                <a:solidFill>
                  <a:schemeClr val="tx2">
                    <a:lumMod val="75000"/>
                  </a:schemeClr>
                </a:solidFill>
                <a:effectLst/>
              </a:rPr>
              <a:t>киберклубов</a:t>
            </a: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 и их цифровизации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Определение потребностей клиентов и администраторов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Формулировка функциональных и нефункциональных требований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Проектирование архитектуры приложения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Выбор технологического стека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Проектирование базы данных и структуры данных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Разработка </a:t>
            </a:r>
            <a:r>
              <a:rPr lang="en-GB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UML-</a:t>
            </a: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диаграмм и прототипов интерфейса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sz="2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Реализация базового функционала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Настройка проекта в </a:t>
            </a:r>
            <a:r>
              <a:rPr lang="en-GB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Android Studio</a:t>
            </a:r>
            <a:endParaRPr lang="en-GB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Реализация системы аутентификации и регистрации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Разработка модуля меню и корзины товаров</a:t>
            </a:r>
            <a:endParaRPr lang="ru-RU" sz="20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Создание системы заказов и управления ими</a:t>
            </a:r>
            <a:endParaRPr lang="ru-RU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777319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</a:rPr>
              <a:t>План проекта</a:t>
            </a:r>
            <a:br>
              <a:rPr lang="ru-RU" sz="4400" b="0" i="0" u="none" strike="noStrike" dirty="0">
                <a:solidFill>
                  <a:schemeClr val="accent4"/>
                </a:solidFill>
                <a:effectLst/>
              </a:rPr>
            </a:b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5063173"/>
          </a:xfrm>
        </p:spPr>
        <p:txBody>
          <a:bodyPr>
            <a:noAutofit/>
          </a:bodyPr>
          <a:lstStyle/>
          <a:p>
            <a:pPr marL="742950" lvl="1" indent="-285750" algn="l">
              <a:buFont typeface="+mj-lt"/>
              <a:buAutoNum type="arabicPeriod"/>
            </a:pPr>
            <a:endParaRPr lang="ru-RU" sz="2200" b="0" i="0" u="none" strike="noStrike" dirty="0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Реализация дополнительных функций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Разработка административной панели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Интеграция системы аналитики и отчетности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algn="l">
              <a:buFont typeface="+mj-lt"/>
              <a:buAutoNum type="arabicPeriod" startAt="4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Интеграция системы отчетности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Тестирование и отладка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Модульное тестирование компонентов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Тестирование пользовательского интерфейса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Исправление ошибок и оптимизация производительности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algn="l">
              <a:buFont typeface="+mj-lt"/>
              <a:buAutoNum type="arabicPeriod" startAt="4"/>
            </a:pPr>
            <a:r>
              <a:rPr lang="ru-RU" sz="2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Документирование проекта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Написание пользовательской инструкции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Подготовка презентации и демонстрационных материалов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Оформление технической документации</a:t>
            </a:r>
            <a:endParaRPr lang="ru-RU" sz="2200" b="0" i="0" u="none" strike="noStrike" dirty="0">
              <a:solidFill>
                <a:schemeClr val="tx2">
                  <a:lumMod val="75000"/>
                </a:schemeClr>
              </a:solidFill>
              <a:effectLst/>
            </a:endParaRPr>
          </a:p>
          <a:p>
            <a:endParaRPr lang="ru-RU" sz="2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" y="902969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Идея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и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цель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проекта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230" y="1965960"/>
            <a:ext cx="8511540" cy="3253741"/>
          </a:xfrm>
        </p:spPr>
        <p:txBody>
          <a:bodyPr/>
          <a:lstStyle/>
          <a:p>
            <a:pPr marL="0" indent="0" algn="just">
              <a:buNone/>
              <a:defRPr sz="2500">
                <a:solidFill>
                  <a:srgbClr val="F0F0F0"/>
                </a:solidFill>
              </a:defRPr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Основная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идея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CCCClub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 — создание удобного мобильного приложения для бронирования игровых мест (ПК, консоли) и заказа еды/напитков в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</a:rPr>
              <a:t>киберклубе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just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just">
              <a:buNone/>
              <a:defRPr sz="2500">
                <a:solidFill>
                  <a:srgbClr val="F0F0F0"/>
                </a:solidFill>
              </a:defRPr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Цель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— автоматизация процессов бронирования, заказов и управления клубом через единый цифровой интерфейс.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Основной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функционал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022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Для клиентов: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Бронирование игровых компьютеров и PlayStation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Заказ еды и напитков через приложение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Интерактивная корзина с онлайн-оплатой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Личный кабинет с управлением данными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Для администраторов: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Управление меню услуг и еды(добавление, удаление)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Управление заказами (просмотр, фильтрация, изменение статусов)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Управление стоп-листом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Отправка уведомлений клиентам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Экспорт данных в CSV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Архитектура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проекта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Монолитное приложение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: с чётким разделением слоёв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Клиент-серверная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модель с локальной/облачной БД</a:t>
            </a:r>
            <a:endParaRPr lang="ru-RU" b="1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>
              <a:buNone/>
            </a:pPr>
            <a:r>
              <a:rPr lang="ru-RU" b="1" dirty="0" err="1">
                <a:solidFill>
                  <a:schemeClr val="tx2">
                    <a:lumMod val="75000"/>
                  </a:schemeClr>
                </a:solidFill>
              </a:rPr>
              <a:t>Material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 Design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для современного UI/UX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</a:rPr>
              <a:t>Смешанная архитектура: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MVC + Android-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компоненты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>
              <a:buNone/>
            </a:pPr>
            <a:endParaRPr lang="ru-RU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Используемые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технологии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Kotlin + Android Studio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основной стек разработки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SQLite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локальное хранение данных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WorkBench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работа с БД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Material Design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современный интерфейс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GitHub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—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контроль версий 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CI/CD (Actions)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463199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Планы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развития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Интеграция онлайн-оплаты</a:t>
            </a:r>
            <a:endParaRPr lang="ru-RU" dirty="0"/>
          </a:p>
          <a:p>
            <a:r>
              <a:rPr lang="ru-RU" dirty="0"/>
              <a:t>Система рейтингов и отзывов</a:t>
            </a:r>
            <a:endParaRPr lang="ru-RU" dirty="0"/>
          </a:p>
          <a:p>
            <a:r>
              <a:rPr lang="ru-RU" dirty="0" err="1"/>
              <a:t>Push</a:t>
            </a:r>
            <a:r>
              <a:rPr lang="ru-RU" dirty="0"/>
              <a:t>-уведомления о статусе заказа</a:t>
            </a:r>
            <a:endParaRPr lang="ru-RU" dirty="0"/>
          </a:p>
          <a:p>
            <a:r>
              <a:rPr lang="ru-RU" dirty="0"/>
              <a:t>Расширенная аналитика для администраторов</a:t>
            </a:r>
            <a:endParaRPr lang="ru-RU" dirty="0"/>
          </a:p>
          <a:p>
            <a:r>
              <a:rPr lang="ru-RU" dirty="0"/>
              <a:t>Публикация в Google Play / </a:t>
            </a:r>
            <a:r>
              <a:rPr lang="ru-RU" dirty="0" err="1"/>
              <a:t>RuStore</a:t>
            </a:r>
            <a:endParaRPr lang="ru-RU" dirty="0"/>
          </a:p>
          <a:p>
            <a:pPr marL="0" indent="0">
              <a:buNone/>
            </a:pP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Выводы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CCCLUB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 — то современное мобильное приложение, которое: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Упрощает процесс бронирования и заказов для клиентов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Даёт администраторам полный контроль над услугами и стоп-листом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Построено на гибкой архитектуре для масштабирования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Соответствует стандартам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</a:rPr>
              <a:t>Material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Design и UX-лучшим практикам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2686</Words>
  <Application>WPS Presentation</Application>
  <PresentationFormat>Экран (4:3)</PresentationFormat>
  <Paragraphs>94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СССClub</vt:lpstr>
      <vt:lpstr>План проекта </vt:lpstr>
      <vt:lpstr>План проекта </vt:lpstr>
      <vt:lpstr>Идея и цель проекта</vt:lpstr>
      <vt:lpstr>Основной функционал</vt:lpstr>
      <vt:lpstr>Архитектура проекта</vt:lpstr>
      <vt:lpstr>Используемые технологии</vt:lpstr>
      <vt:lpstr>Планы развития</vt:lpstr>
      <vt:lpstr>Выводы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Coinly</dc:title>
  <dc:creator>Елена Самаричева</dc:creator>
  <dc:description>generated using python-pptx</dc:description>
  <cp:lastModifiedBy>Айгерим Би</cp:lastModifiedBy>
  <cp:revision>8</cp:revision>
  <dcterms:created xsi:type="dcterms:W3CDTF">2013-01-27T09:14:00Z</dcterms:created>
  <dcterms:modified xsi:type="dcterms:W3CDTF">2025-12-18T12:50:10Z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FB8AA530559A438695A3A350FA6621FA_13</vt:lpwstr>
  </property>
  <property fmtid="{D5CDD505-2E9C-101B-9397-08002B2CF9AE}" pid="3" name="KSOProductBuildVer">
    <vt:lpwstr>1049-12.2.0.23155</vt:lpwstr>
  </property>
</Properties>
</file>